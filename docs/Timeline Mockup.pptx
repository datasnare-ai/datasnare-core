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72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79" d="100"/>
          <a:sy n="79" d="100"/>
        </p:scale>
        <p:origin x="72" y="3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187B9-374A-C498-8294-5E109F924D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EFEEA-5F60-F15B-9151-86C73B410F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9ED04-21CE-387F-CB32-60F89C4DD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6120-A3C5-48DA-ADD7-D124D372A5B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9C273-48AC-7037-1A8E-71D6E5404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1B4ED-A2DD-CC5F-155C-D97B798C3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ECB80-57BC-4259-A2E5-075567B09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60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0DA52-7CD9-85E1-33AE-3BB7FE872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FDF60-CDB8-869A-4D0D-CE88716DB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C0A79-BCC4-2DCB-3D7F-4EE5F66CC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6120-A3C5-48DA-ADD7-D124D372A5B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9C54C-CEA9-32B0-9BCA-8C58B45C6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6B6A9-A6F8-96DC-0D67-1BB4E7325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ECB80-57BC-4259-A2E5-075567B09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24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8B197-94F4-AE6E-C7A9-D9A62135B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9450E-57FC-DFA5-F8CC-6676341AB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A19D6-092E-B01D-E358-51E8B8BA8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6120-A3C5-48DA-ADD7-D124D372A5B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4CF4B-FB8E-8BE3-45DE-B92D40F91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6AE46-E9B0-21F0-5A6C-7A3C515A2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ECB80-57BC-4259-A2E5-075567B09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900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7C118-F654-25E4-52A2-BD43BFE7D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8FCB5-957F-F700-D123-B05643106E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F6CFDC-4D95-856C-699E-86B7C3EEB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4B5DE-6EE8-9F97-8291-BF3A62EE4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6120-A3C5-48DA-ADD7-D124D372A5B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D82C6C-03EA-E7E7-FFFF-7759DF6AF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1AB169-ED73-4F4E-A5B2-1151C0EA6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ECB80-57BC-4259-A2E5-075567B09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48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3B14-9FDE-6B69-4A31-B2046D492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12821-3EAE-C866-0CBB-7049D1CE0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5327D2-2BA4-2A0C-1B5A-940A1426A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C8BC24-527B-4E2E-197C-FF10FCEC89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F84349-BEA0-B213-9E72-271E5F9CC5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BABBC6-DAC8-7010-C0DE-26232D0B3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6120-A3C5-48DA-ADD7-D124D372A5B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9849B3-7E33-A2E1-79CC-9BC393021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12F6E8-7FBE-7145-880D-949C158D1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ECB80-57BC-4259-A2E5-075567B09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085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A1B3D-6A18-ACC2-4D19-71EE95AC9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2CC480-77EE-1CA7-6CDF-4DFE93F60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6120-A3C5-48DA-ADD7-D124D372A5B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97B27C-6CCF-A9A9-2249-D8669E82F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2DDBB8-4CF0-E86C-A8F8-DB300C90A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ECB80-57BC-4259-A2E5-075567B09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851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EB0797-8AAB-A307-D452-B65989A55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6120-A3C5-48DA-ADD7-D124D372A5B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C68ED5-2553-F30C-0197-8DB43D70E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44CB8-30E5-541A-DEEC-229387F08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ECB80-57BC-4259-A2E5-075567B09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699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26630-49B0-533F-78E2-F139EC1E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A09D7-9141-FB54-1C6F-41521AA6E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94945-3D3F-CE76-B331-F76BC25DE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8093AA-20C0-AFAD-7364-94CC7D0D2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6120-A3C5-48DA-ADD7-D124D372A5B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3667EB-2703-6618-86DC-3B58DD5E9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2B5B30-CDD9-08B4-2DCD-5B0E0B486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ECB80-57BC-4259-A2E5-075567B09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372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7CADB-FB4F-3897-BE45-3564A41B4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CB8F93-7038-4253-780F-3BA681CFFE9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02421-50FD-3B1F-4A5A-89EB193B1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29F5FB-A314-3524-F665-44B047ABF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6120-A3C5-48DA-ADD7-D124D372A5B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FDBA3C-00C6-A885-35B5-3A4185A5B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2D963F-2541-9DBD-B8AF-92FC15068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ECB80-57BC-4259-A2E5-075567B09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2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7D7EC-BAE4-DFFD-767D-B8625BCFC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558C0-4313-5A9C-EDCC-A31D54130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52FC6-AC48-9984-833B-B2DA4A9DA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6120-A3C5-48DA-ADD7-D124D372A5B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4D663-7F60-FB26-C006-1B7C7EBDF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30CD7-C813-46CE-44F6-0B57D2FF3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ECB80-57BC-4259-A2E5-075567B09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612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11DFC1-01A9-6F59-163E-10BFC20B80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97547A-50AC-F86D-3CB3-2E78B2F242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6EDC8-1723-9ACF-8DFE-451E8E414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6120-A3C5-48DA-ADD7-D124D372A5B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5CED8-0B28-BC21-C96C-29BDCAD8E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FBE8A-6930-1C0D-28E8-A123CC142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ECB80-57BC-4259-A2E5-075567B09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319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20C058-A829-A1B3-5957-0AE9F0C92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14271-4DFB-DA52-2FB3-1A565D37D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5C9FF-30D8-6A29-A3E2-07EE856E4B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5D6120-A3C5-48DA-ADD7-D124D372A5B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DB41C-A303-2361-F730-EDDC3561E6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6E850-770A-B9DA-895F-48CCE2E60C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1ECB80-57BC-4259-A2E5-075567B09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358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0DC901C0-3731-3FA3-5DD3-0E0FDE2181B4}"/>
              </a:ext>
            </a:extLst>
          </p:cNvPr>
          <p:cNvSpPr/>
          <p:nvPr/>
        </p:nvSpPr>
        <p:spPr>
          <a:xfrm>
            <a:off x="3014133" y="2781905"/>
            <a:ext cx="5808134" cy="597462"/>
          </a:xfrm>
          <a:prstGeom prst="rect">
            <a:avLst/>
          </a:prstGeom>
          <a:solidFill>
            <a:srgbClr val="FFC000">
              <a:alpha val="19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Left-Right 4">
            <a:extLst>
              <a:ext uri="{FF2B5EF4-FFF2-40B4-BE49-F238E27FC236}">
                <a16:creationId xmlns:a16="http://schemas.microsoft.com/office/drawing/2014/main" id="{E2FC95A0-2CEE-71BC-436F-4EC444134D6C}"/>
              </a:ext>
            </a:extLst>
          </p:cNvPr>
          <p:cNvSpPr/>
          <p:nvPr/>
        </p:nvSpPr>
        <p:spPr>
          <a:xfrm>
            <a:off x="62896" y="2930236"/>
            <a:ext cx="11945256" cy="286789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C9719E-2E0D-8B74-095A-0B82AE167603}"/>
              </a:ext>
            </a:extLst>
          </p:cNvPr>
          <p:cNvSpPr txBox="1"/>
          <p:nvPr/>
        </p:nvSpPr>
        <p:spPr>
          <a:xfrm>
            <a:off x="331411" y="3446526"/>
            <a:ext cx="15336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2026-10-01 08:00:00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404BE8-96CF-7641-CEE1-B483C3D75DF8}"/>
              </a:ext>
            </a:extLst>
          </p:cNvPr>
          <p:cNvSpPr txBox="1"/>
          <p:nvPr/>
        </p:nvSpPr>
        <p:spPr>
          <a:xfrm>
            <a:off x="10334172" y="3454379"/>
            <a:ext cx="15336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2026-10-01 09:00:00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307AEA-C6E2-E8A1-569E-C85BBC569C5E}"/>
              </a:ext>
            </a:extLst>
          </p:cNvPr>
          <p:cNvCxnSpPr>
            <a:stCxn id="5" idx="1"/>
          </p:cNvCxnSpPr>
          <p:nvPr/>
        </p:nvCxnSpPr>
        <p:spPr>
          <a:xfrm flipV="1">
            <a:off x="6035524" y="2075543"/>
            <a:ext cx="0" cy="926390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1F5FAB1-62A3-0A1F-9029-9FBC571CFE26}"/>
              </a:ext>
            </a:extLst>
          </p:cNvPr>
          <p:cNvSpPr txBox="1"/>
          <p:nvPr/>
        </p:nvSpPr>
        <p:spPr>
          <a:xfrm>
            <a:off x="4724400" y="1429185"/>
            <a:ext cx="262224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FF0000"/>
                </a:solidFill>
              </a:rPr>
              <a:t>Incident:  Acme.exe crashed</a:t>
            </a:r>
          </a:p>
          <a:p>
            <a:pPr algn="ctr"/>
            <a:r>
              <a:rPr lang="en-US" sz="1100" b="1" dirty="0">
                <a:solidFill>
                  <a:srgbClr val="FF0000"/>
                </a:solidFill>
              </a:rPr>
              <a:t>2026-10-01 08:33:24</a:t>
            </a:r>
          </a:p>
          <a:p>
            <a:pPr algn="ctr"/>
            <a:r>
              <a:rPr lang="en-US" sz="1100" b="1" dirty="0">
                <a:solidFill>
                  <a:srgbClr val="FF0000"/>
                </a:solidFill>
              </a:rPr>
              <a:t>Source: </a:t>
            </a:r>
            <a:r>
              <a:rPr lang="en-US" sz="1100" b="1" dirty="0" err="1">
                <a:solidFill>
                  <a:srgbClr val="FF0000"/>
                </a:solidFill>
              </a:rPr>
              <a:t>AILogScope</a:t>
            </a:r>
            <a:endParaRPr lang="en-US" sz="1100" b="1" dirty="0">
              <a:solidFill>
                <a:srgbClr val="FF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919956-8BEB-B969-1CFF-6E155BCD4162}"/>
              </a:ext>
            </a:extLst>
          </p:cNvPr>
          <p:cNvSpPr/>
          <p:nvPr/>
        </p:nvSpPr>
        <p:spPr>
          <a:xfrm>
            <a:off x="4455886" y="2641600"/>
            <a:ext cx="3115733" cy="909562"/>
          </a:xfrm>
          <a:prstGeom prst="rect">
            <a:avLst/>
          </a:prstGeom>
          <a:solidFill>
            <a:srgbClr val="C97263">
              <a:alpha val="19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53D8129-B05B-8E86-78C4-08CB24F931EF}"/>
              </a:ext>
            </a:extLst>
          </p:cNvPr>
          <p:cNvCxnSpPr>
            <a:cxnSpLocks/>
          </p:cNvCxnSpPr>
          <p:nvPr/>
        </p:nvCxnSpPr>
        <p:spPr>
          <a:xfrm>
            <a:off x="474133" y="2893181"/>
            <a:ext cx="0" cy="5358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D7D804F-F94C-729F-2033-17FD4E93BE09}"/>
              </a:ext>
            </a:extLst>
          </p:cNvPr>
          <p:cNvCxnSpPr/>
          <p:nvPr/>
        </p:nvCxnSpPr>
        <p:spPr>
          <a:xfrm>
            <a:off x="907143" y="2893181"/>
            <a:ext cx="0" cy="3238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697CC78-182B-4D3C-6ED9-6C4E70354E29}"/>
              </a:ext>
            </a:extLst>
          </p:cNvPr>
          <p:cNvCxnSpPr/>
          <p:nvPr/>
        </p:nvCxnSpPr>
        <p:spPr>
          <a:xfrm>
            <a:off x="1303867" y="2893181"/>
            <a:ext cx="0" cy="3238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43F763F-6008-95CA-F7BC-2B6F11C74CC3}"/>
              </a:ext>
            </a:extLst>
          </p:cNvPr>
          <p:cNvCxnSpPr/>
          <p:nvPr/>
        </p:nvCxnSpPr>
        <p:spPr>
          <a:xfrm>
            <a:off x="1724781" y="2893181"/>
            <a:ext cx="0" cy="3238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8BEB8D6-5EE2-2CC0-6BEC-55DEBCFEAF2E}"/>
              </a:ext>
            </a:extLst>
          </p:cNvPr>
          <p:cNvCxnSpPr/>
          <p:nvPr/>
        </p:nvCxnSpPr>
        <p:spPr>
          <a:xfrm>
            <a:off x="2157791" y="2893181"/>
            <a:ext cx="0" cy="3238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F4EAC4C-0909-FD86-685C-CE6CA5A8AF64}"/>
              </a:ext>
            </a:extLst>
          </p:cNvPr>
          <p:cNvCxnSpPr/>
          <p:nvPr/>
        </p:nvCxnSpPr>
        <p:spPr>
          <a:xfrm>
            <a:off x="2554515" y="2893181"/>
            <a:ext cx="0" cy="3238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A1FC297-5975-88F5-A2F4-9F672369A034}"/>
              </a:ext>
            </a:extLst>
          </p:cNvPr>
          <p:cNvCxnSpPr>
            <a:cxnSpLocks/>
          </p:cNvCxnSpPr>
          <p:nvPr/>
        </p:nvCxnSpPr>
        <p:spPr>
          <a:xfrm>
            <a:off x="2997200" y="2930236"/>
            <a:ext cx="0" cy="3238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3453431-2D11-279B-6339-B83B37328B3A}"/>
              </a:ext>
            </a:extLst>
          </p:cNvPr>
          <p:cNvCxnSpPr>
            <a:cxnSpLocks/>
          </p:cNvCxnSpPr>
          <p:nvPr/>
        </p:nvCxnSpPr>
        <p:spPr>
          <a:xfrm>
            <a:off x="3430210" y="2930236"/>
            <a:ext cx="0" cy="7954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9AE81E-2D16-297A-D3A7-5C96B934C25E}"/>
              </a:ext>
            </a:extLst>
          </p:cNvPr>
          <p:cNvCxnSpPr>
            <a:cxnSpLocks/>
          </p:cNvCxnSpPr>
          <p:nvPr/>
        </p:nvCxnSpPr>
        <p:spPr>
          <a:xfrm>
            <a:off x="3826934" y="2930236"/>
            <a:ext cx="0" cy="3238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0CB4ED4-6A2E-D367-8B44-6AB3B9AE45ED}"/>
              </a:ext>
            </a:extLst>
          </p:cNvPr>
          <p:cNvCxnSpPr>
            <a:cxnSpLocks/>
          </p:cNvCxnSpPr>
          <p:nvPr/>
        </p:nvCxnSpPr>
        <p:spPr>
          <a:xfrm>
            <a:off x="4247848" y="2930236"/>
            <a:ext cx="0" cy="3238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44344AA-D256-EA1D-2A95-420359D92B45}"/>
              </a:ext>
            </a:extLst>
          </p:cNvPr>
          <p:cNvCxnSpPr>
            <a:cxnSpLocks/>
          </p:cNvCxnSpPr>
          <p:nvPr/>
        </p:nvCxnSpPr>
        <p:spPr>
          <a:xfrm>
            <a:off x="4680858" y="2930236"/>
            <a:ext cx="0" cy="3238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3A43109-550C-6C5A-59EA-12F83F732BA1}"/>
              </a:ext>
            </a:extLst>
          </p:cNvPr>
          <p:cNvCxnSpPr>
            <a:cxnSpLocks/>
          </p:cNvCxnSpPr>
          <p:nvPr/>
        </p:nvCxnSpPr>
        <p:spPr>
          <a:xfrm>
            <a:off x="5077582" y="2930236"/>
            <a:ext cx="0" cy="3238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267AC01-A6A5-C5C8-8CFD-63838C487C99}"/>
              </a:ext>
            </a:extLst>
          </p:cNvPr>
          <p:cNvCxnSpPr>
            <a:cxnSpLocks/>
          </p:cNvCxnSpPr>
          <p:nvPr/>
        </p:nvCxnSpPr>
        <p:spPr>
          <a:xfrm>
            <a:off x="5452533" y="2948973"/>
            <a:ext cx="0" cy="3238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EFA139B-25FB-1CDA-9205-D2E975D21181}"/>
              </a:ext>
            </a:extLst>
          </p:cNvPr>
          <p:cNvCxnSpPr>
            <a:cxnSpLocks/>
          </p:cNvCxnSpPr>
          <p:nvPr/>
        </p:nvCxnSpPr>
        <p:spPr>
          <a:xfrm>
            <a:off x="5885543" y="2948973"/>
            <a:ext cx="0" cy="3238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CE0AB44-F898-FF42-0245-3E89BD25E641}"/>
              </a:ext>
            </a:extLst>
          </p:cNvPr>
          <p:cNvCxnSpPr>
            <a:cxnSpLocks/>
          </p:cNvCxnSpPr>
          <p:nvPr/>
        </p:nvCxnSpPr>
        <p:spPr>
          <a:xfrm>
            <a:off x="6282267" y="2948973"/>
            <a:ext cx="0" cy="3238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6DDF037-CD3F-FCEA-9FB9-692C0703A59A}"/>
              </a:ext>
            </a:extLst>
          </p:cNvPr>
          <p:cNvCxnSpPr>
            <a:cxnSpLocks/>
          </p:cNvCxnSpPr>
          <p:nvPr/>
        </p:nvCxnSpPr>
        <p:spPr>
          <a:xfrm>
            <a:off x="6703181" y="2948973"/>
            <a:ext cx="0" cy="3238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78B1921-E794-9784-D64A-A4233DCF0C97}"/>
              </a:ext>
            </a:extLst>
          </p:cNvPr>
          <p:cNvCxnSpPr>
            <a:cxnSpLocks/>
          </p:cNvCxnSpPr>
          <p:nvPr/>
        </p:nvCxnSpPr>
        <p:spPr>
          <a:xfrm>
            <a:off x="7136191" y="2948973"/>
            <a:ext cx="0" cy="3238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84669BA-256D-7248-9306-E4E03F17894B}"/>
              </a:ext>
            </a:extLst>
          </p:cNvPr>
          <p:cNvCxnSpPr>
            <a:cxnSpLocks/>
          </p:cNvCxnSpPr>
          <p:nvPr/>
        </p:nvCxnSpPr>
        <p:spPr>
          <a:xfrm>
            <a:off x="7532915" y="2948973"/>
            <a:ext cx="0" cy="3238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E6CE604-C848-486E-3691-58C5D6C2DDFB}"/>
              </a:ext>
            </a:extLst>
          </p:cNvPr>
          <p:cNvCxnSpPr>
            <a:cxnSpLocks/>
          </p:cNvCxnSpPr>
          <p:nvPr/>
        </p:nvCxnSpPr>
        <p:spPr>
          <a:xfrm>
            <a:off x="7968343" y="2948973"/>
            <a:ext cx="0" cy="3238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6D6BD8B-8B06-05D2-1057-07A8F2478DB8}"/>
              </a:ext>
            </a:extLst>
          </p:cNvPr>
          <p:cNvCxnSpPr>
            <a:cxnSpLocks/>
          </p:cNvCxnSpPr>
          <p:nvPr/>
        </p:nvCxnSpPr>
        <p:spPr>
          <a:xfrm>
            <a:off x="8401353" y="2948973"/>
            <a:ext cx="0" cy="3238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24140F3-C372-D7BE-09E4-21A1F0206D9D}"/>
              </a:ext>
            </a:extLst>
          </p:cNvPr>
          <p:cNvCxnSpPr>
            <a:cxnSpLocks/>
          </p:cNvCxnSpPr>
          <p:nvPr/>
        </p:nvCxnSpPr>
        <p:spPr>
          <a:xfrm>
            <a:off x="8798077" y="2948973"/>
            <a:ext cx="0" cy="3238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8CB5D06-0105-CE9F-BDE0-6BAF7EF380B4}"/>
              </a:ext>
            </a:extLst>
          </p:cNvPr>
          <p:cNvCxnSpPr>
            <a:cxnSpLocks/>
          </p:cNvCxnSpPr>
          <p:nvPr/>
        </p:nvCxnSpPr>
        <p:spPr>
          <a:xfrm>
            <a:off x="9218991" y="2948973"/>
            <a:ext cx="0" cy="3238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F2251D1-7EC5-66AA-05F8-42754239D3CD}"/>
              </a:ext>
            </a:extLst>
          </p:cNvPr>
          <p:cNvCxnSpPr>
            <a:cxnSpLocks/>
          </p:cNvCxnSpPr>
          <p:nvPr/>
        </p:nvCxnSpPr>
        <p:spPr>
          <a:xfrm>
            <a:off x="9652001" y="2948973"/>
            <a:ext cx="0" cy="3238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1FF8A2A-FC3E-A5FA-D03A-A1C8F6AADF50}"/>
              </a:ext>
            </a:extLst>
          </p:cNvPr>
          <p:cNvCxnSpPr>
            <a:cxnSpLocks/>
          </p:cNvCxnSpPr>
          <p:nvPr/>
        </p:nvCxnSpPr>
        <p:spPr>
          <a:xfrm>
            <a:off x="10048725" y="2948973"/>
            <a:ext cx="0" cy="3238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462226C-A3D8-14C6-39AF-F7D216FEC039}"/>
              </a:ext>
            </a:extLst>
          </p:cNvPr>
          <p:cNvCxnSpPr>
            <a:cxnSpLocks/>
          </p:cNvCxnSpPr>
          <p:nvPr/>
        </p:nvCxnSpPr>
        <p:spPr>
          <a:xfrm>
            <a:off x="10421257" y="2948973"/>
            <a:ext cx="0" cy="3238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0B278E9-3356-B71B-3D53-17EF27158DAC}"/>
              </a:ext>
            </a:extLst>
          </p:cNvPr>
          <p:cNvCxnSpPr>
            <a:cxnSpLocks/>
          </p:cNvCxnSpPr>
          <p:nvPr/>
        </p:nvCxnSpPr>
        <p:spPr>
          <a:xfrm>
            <a:off x="10854267" y="2948973"/>
            <a:ext cx="0" cy="3238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36F9655-3E26-DDA5-D4D7-B93710AA36F2}"/>
              </a:ext>
            </a:extLst>
          </p:cNvPr>
          <p:cNvCxnSpPr>
            <a:cxnSpLocks/>
          </p:cNvCxnSpPr>
          <p:nvPr/>
        </p:nvCxnSpPr>
        <p:spPr>
          <a:xfrm>
            <a:off x="11250991" y="2948973"/>
            <a:ext cx="0" cy="3238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B47B7CA-1A66-4F12-C749-8F7E5501C1F4}"/>
              </a:ext>
            </a:extLst>
          </p:cNvPr>
          <p:cNvCxnSpPr>
            <a:cxnSpLocks/>
          </p:cNvCxnSpPr>
          <p:nvPr/>
        </p:nvCxnSpPr>
        <p:spPr>
          <a:xfrm>
            <a:off x="11645296" y="2948973"/>
            <a:ext cx="0" cy="515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3E618B69-0C98-B4A6-EABD-EE6142A4FC6B}"/>
              </a:ext>
            </a:extLst>
          </p:cNvPr>
          <p:cNvSpPr txBox="1"/>
          <p:nvPr/>
        </p:nvSpPr>
        <p:spPr>
          <a:xfrm>
            <a:off x="2663372" y="3743169"/>
            <a:ext cx="153367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2026-10-01 08:17:55</a:t>
            </a:r>
          </a:p>
          <a:p>
            <a:r>
              <a:rPr lang="en-US" sz="1100" dirty="0"/>
              <a:t>Pkt 3457 – TCP Reset</a:t>
            </a:r>
          </a:p>
          <a:p>
            <a:r>
              <a:rPr lang="en-US" sz="1100" dirty="0"/>
              <a:t>Source:  </a:t>
            </a:r>
            <a:r>
              <a:rPr lang="en-US" sz="1100" dirty="0" err="1"/>
              <a:t>AINetScope</a:t>
            </a:r>
            <a:endParaRPr lang="en-US" sz="1100" dirty="0"/>
          </a:p>
        </p:txBody>
      </p:sp>
      <p:sp>
        <p:nvSpPr>
          <p:cNvPr id="65" name="Left Brace 64">
            <a:extLst>
              <a:ext uri="{FF2B5EF4-FFF2-40B4-BE49-F238E27FC236}">
                <a16:creationId xmlns:a16="http://schemas.microsoft.com/office/drawing/2014/main" id="{C7042073-600E-6849-54CD-5A0EC7F8C332}"/>
              </a:ext>
            </a:extLst>
          </p:cNvPr>
          <p:cNvSpPr/>
          <p:nvPr/>
        </p:nvSpPr>
        <p:spPr>
          <a:xfrm rot="5400000">
            <a:off x="2519438" y="1638906"/>
            <a:ext cx="333829" cy="180219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91784D7-A28C-6AA6-9B26-AE13C6FB165B}"/>
              </a:ext>
            </a:extLst>
          </p:cNvPr>
          <p:cNvSpPr txBox="1"/>
          <p:nvPr/>
        </p:nvSpPr>
        <p:spPr>
          <a:xfrm>
            <a:off x="1563914" y="1441303"/>
            <a:ext cx="22448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2026-10-01 08:07:00</a:t>
            </a:r>
          </a:p>
          <a:p>
            <a:pPr algn="ctr"/>
            <a:r>
              <a:rPr lang="en-US" sz="1100" dirty="0" err="1"/>
              <a:t>Rpcss</a:t>
            </a:r>
            <a:r>
              <a:rPr lang="en-US" sz="1100" dirty="0"/>
              <a:t> Private Bytes Increase</a:t>
            </a:r>
          </a:p>
          <a:p>
            <a:pPr algn="ctr"/>
            <a:r>
              <a:rPr lang="en-US" sz="1100" dirty="0"/>
              <a:t>Ramp:  3 MB – 17 MB</a:t>
            </a:r>
          </a:p>
          <a:p>
            <a:pPr algn="ctr"/>
            <a:r>
              <a:rPr lang="en-US" sz="1100" dirty="0"/>
              <a:t>Source: </a:t>
            </a:r>
            <a:r>
              <a:rPr lang="en-US" sz="1100" dirty="0" err="1"/>
              <a:t>AIPerf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377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41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Moye</dc:creator>
  <cp:lastModifiedBy>David Moye</cp:lastModifiedBy>
  <cp:revision>1</cp:revision>
  <dcterms:created xsi:type="dcterms:W3CDTF">2026-10-02T02:55:38Z</dcterms:created>
  <dcterms:modified xsi:type="dcterms:W3CDTF">2026-10-02T03:29:22Z</dcterms:modified>
</cp:coreProperties>
</file>